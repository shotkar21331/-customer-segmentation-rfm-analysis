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GDwJOlxEZyXstt6B8AuYTy5i0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1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2022-11-12T03:34:55Z</dcterms:created>
  <dc:creator>suraj hotkar</dc:creator>
</cp:coreProperties>
</file>